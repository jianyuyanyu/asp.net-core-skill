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30352"/>
            <a:ext cx="85953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"/>
              </a:rPr>
              <a:t>/rubber-duck：第二视角审查循环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43000"/>
            <a:ext cx="5669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C0CC"/>
                </a:solidFill>
                <a:latin typeface="Microsoft YaHei"/>
              </a:rPr>
              <a:t>不是持续聊天的第二助手，而是按需调用的一轮审查器。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783080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单次调用 = 一轮 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395728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D21E"/>
                </a:solidFill>
                <a:latin typeface="Microsoft YaHei"/>
              </a:rPr>
              <a:t>关键节点可反复调用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73552"/>
            <a:ext cx="38862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使用时机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42976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0CC"/>
                </a:solidFill>
                <a:latin typeface="Microsoft YaHei"/>
              </a:rPr>
              <a:t>写代码前：检查方案是否靠谱
改代码后：找边界条件和风险
提交前：补齐测试与真实问题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4389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核心变化：
从“我说给鸭子听”，变成“另一个模型主动挑刺”。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417320"/>
            <a:ext cx="3145536" cy="1115568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00200"/>
            <a:ext cx="26700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1 生成方案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2020824"/>
            <a:ext cx="2706624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Plan / Design / Code /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56848" y="3246120"/>
            <a:ext cx="257860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94592" y="3429000"/>
            <a:ext cx="21031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21E"/>
                </a:solidFill>
                <a:latin typeface="Microsoft YaHei"/>
              </a:rPr>
              <a:t>2 审查问题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76304" y="3849624"/>
            <a:ext cx="213969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/rubber-duck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6062472"/>
            <a:ext cx="2852928" cy="113385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6245352"/>
            <a:ext cx="23774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3 返回批评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6665976"/>
            <a:ext cx="241401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Blind spots / Risks / Fixes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4688" y="3273552"/>
            <a:ext cx="248716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1" y="3456432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4 吸收改进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3877056"/>
            <a:ext cx="204825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主 Agent 继续执行</a:t>
            </a:r>
          </a:p>
        </p:txBody>
      </p:sp>
      <p:sp>
        <p:nvSpPr>
          <p:cNvPr id="21" name="Curved Right Arrow 20"/>
          <p:cNvSpPr/>
          <p:nvPr/>
        </p:nvSpPr>
        <p:spPr>
          <a:xfrm rot="600000">
            <a:off x="9893808" y="2542032"/>
            <a:ext cx="1225296" cy="676656"/>
          </a:xfrm>
          <a:prstGeom prst="curvedRightArrow">
            <a:avLst/>
          </a:prstGeom>
          <a:solidFill>
            <a:srgbClr val="00AEE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urved Right Arrow 21"/>
          <p:cNvSpPr/>
          <p:nvPr/>
        </p:nvSpPr>
        <p:spPr>
          <a:xfrm rot="5640000">
            <a:off x="11018520" y="4498848"/>
            <a:ext cx="713232" cy="1170432"/>
          </a:xfrm>
          <a:prstGeom prst="curvedRightArrow">
            <a:avLst/>
          </a:prstGeom>
          <a:solidFill>
            <a:srgbClr val="00AEE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urved Right Arrow 22"/>
          <p:cNvSpPr/>
          <p:nvPr/>
        </p:nvSpPr>
        <p:spPr>
          <a:xfrm rot="11280000">
            <a:off x="7973568" y="5532120"/>
            <a:ext cx="1243584" cy="694944"/>
          </a:xfrm>
          <a:prstGeom prst="curvedRightArrow">
            <a:avLst/>
          </a:prstGeom>
          <a:solidFill>
            <a:srgbClr val="00AEE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urved Right Arrow 23"/>
          <p:cNvSpPr/>
          <p:nvPr/>
        </p:nvSpPr>
        <p:spPr>
          <a:xfrm rot="16440000">
            <a:off x="7333488" y="3218688"/>
            <a:ext cx="713232" cy="1170432"/>
          </a:xfrm>
          <a:prstGeom prst="curvedRightArrow">
            <a:avLst/>
          </a:prstGeom>
          <a:solidFill>
            <a:srgbClr val="00AEE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59" y="3364992"/>
            <a:ext cx="1920240" cy="1920240"/>
          </a:xfrm>
          <a:prstGeom prst="ellipse">
            <a:avLst/>
          </a:prstGeom>
          <a:solidFill>
            <a:srgbClr val="1F2933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Second
Opinion
第二视角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941832"/>
            <a:ext cx="2148840" cy="438912"/>
          </a:xfrm>
          <a:prstGeom prst="roundRect">
            <a:avLst/>
          </a:prstGeom>
          <a:solidFill>
            <a:srgbClr val="080C10"/>
          </a:solidFill>
          <a:ln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21E"/>
                </a:solidFill>
                <a:latin typeface="Consolas"/>
              </a:rPr>
              <a:t>&gt; /rubber-duck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7571231"/>
            <a:ext cx="8138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B8C0CC"/>
                </a:solidFill>
                <a:latin typeface="Microsoft YaHei"/>
              </a:rPr>
              <a:t>单次调用返回结构化 critique；主 Agent 吸收反馈后继续计划、实现和测试。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